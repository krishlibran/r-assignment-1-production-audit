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05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8EFF-6DF5-4344-B73B-B50BC8DB25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AD0D6-3D77-464E-9C32-090D4A1B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8EFF-6DF5-4344-B73B-B50BC8DB25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AD0D6-3D77-464E-9C32-090D4A1B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4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8EFF-6DF5-4344-B73B-B50BC8DB25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AD0D6-3D77-464E-9C32-090D4A1B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98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8EFF-6DF5-4344-B73B-B50BC8DB25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AD0D6-3D77-464E-9C32-090D4A1B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98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8EFF-6DF5-4344-B73B-B50BC8DB25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AD0D6-3D77-464E-9C32-090D4A1B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77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8EFF-6DF5-4344-B73B-B50BC8DB25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AD0D6-3D77-464E-9C32-090D4A1B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05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8EFF-6DF5-4344-B73B-B50BC8DB25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AD0D6-3D77-464E-9C32-090D4A1B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44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8EFF-6DF5-4344-B73B-B50BC8DB25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AD0D6-3D77-464E-9C32-090D4A1B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39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8EFF-6DF5-4344-B73B-B50BC8DB25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AD0D6-3D77-464E-9C32-090D4A1B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673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8EFF-6DF5-4344-B73B-B50BC8DB25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AD0D6-3D77-464E-9C32-090D4A1B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19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8EFF-6DF5-4344-B73B-B50BC8DB25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AD0D6-3D77-464E-9C32-090D4A1B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32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58EFF-6DF5-4344-B73B-B50BC8DB25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AD0D6-3D77-464E-9C32-090D4A1B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32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484784"/>
            <a:ext cx="7772400" cy="1470025"/>
          </a:xfrm>
        </p:spPr>
        <p:txBody>
          <a:bodyPr/>
          <a:lstStyle/>
          <a:p>
            <a:r>
              <a:rPr lang="en-US" dirty="0" smtClean="0"/>
              <a:t>Production Audit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3140968"/>
            <a:ext cx="6400800" cy="1752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J V Industries Presentation</a:t>
            </a:r>
          </a:p>
          <a:p>
            <a:r>
              <a:rPr lang="en-US" dirty="0" smtClean="0"/>
              <a:t>By Krishna </a:t>
            </a:r>
            <a:r>
              <a:rPr lang="en-US" dirty="0" err="1" smtClean="0"/>
              <a:t>Agrawal</a:t>
            </a:r>
            <a:endParaRPr lang="en-US" dirty="0" smtClean="0"/>
          </a:p>
          <a:p>
            <a:r>
              <a:rPr lang="en-US" dirty="0" smtClean="0"/>
              <a:t>Data Analyst</a:t>
            </a:r>
          </a:p>
          <a:p>
            <a:r>
              <a:rPr lang="en-US" dirty="0" smtClean="0"/>
              <a:t>Presented on 11-06-2026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867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8330780"/>
              </p:ext>
            </p:extLst>
          </p:nvPr>
        </p:nvGraphicFramePr>
        <p:xfrm>
          <a:off x="457200" y="1600200"/>
          <a:ext cx="8229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Information</a:t>
                      </a:r>
                      <a:r>
                        <a:rPr lang="en-US" baseline="0" dirty="0" smtClean="0"/>
                        <a:t> based on sample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Figures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Total number</a:t>
                      </a:r>
                      <a:r>
                        <a:rPr lang="en-US" baseline="0" dirty="0" smtClean="0"/>
                        <a:t> of</a:t>
                      </a:r>
                      <a:r>
                        <a:rPr lang="en-US" dirty="0" smtClean="0"/>
                        <a:t> machines  checked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55 Machines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No.</a:t>
                      </a:r>
                      <a:r>
                        <a:rPr lang="en-US" baseline="0" dirty="0" smtClean="0"/>
                        <a:t> of Machine Types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 Machine Types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Average no.</a:t>
                      </a:r>
                      <a:r>
                        <a:rPr lang="en-US" baseline="0" dirty="0" smtClean="0"/>
                        <a:t> of Parts Produced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244.9 Parts produced</a:t>
                      </a:r>
                      <a:r>
                        <a:rPr lang="en-US" baseline="0" dirty="0" smtClean="0"/>
                        <a:t> per Machine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Average of</a:t>
                      </a:r>
                      <a:r>
                        <a:rPr lang="en-US" baseline="0" dirty="0" smtClean="0"/>
                        <a:t> Downtime Minutes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~24 Minutes per Machine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Average no. of</a:t>
                      </a:r>
                      <a:r>
                        <a:rPr lang="en-US" baseline="0" dirty="0" smtClean="0"/>
                        <a:t> Defective Parts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~11 Parts per Machine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9379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Observed Issues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8649137"/>
              </p:ext>
            </p:extLst>
          </p:nvPr>
        </p:nvGraphicFramePr>
        <p:xfrm>
          <a:off x="457200" y="1600200"/>
          <a:ext cx="822960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Query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Figures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Errors</a:t>
                      </a:r>
                      <a:r>
                        <a:rPr lang="en-US" baseline="0" dirty="0" smtClean="0"/>
                        <a:t> found in the dataset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 Operators forgot</a:t>
                      </a:r>
                      <a:r>
                        <a:rPr lang="en-US" baseline="0" dirty="0" smtClean="0"/>
                        <a:t> to punch their Downtime Minutes</a:t>
                      </a:r>
                    </a:p>
                    <a:p>
                      <a:r>
                        <a:rPr lang="en-US" dirty="0" smtClean="0"/>
                        <a:t>2</a:t>
                      </a:r>
                      <a:r>
                        <a:rPr lang="en-US" baseline="0" dirty="0" smtClean="0"/>
                        <a:t> Typing errors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No. of</a:t>
                      </a:r>
                      <a:r>
                        <a:rPr lang="en-US" baseline="0" dirty="0" smtClean="0"/>
                        <a:t> major stops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 machines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Which Machine</a:t>
                      </a:r>
                      <a:r>
                        <a:rPr lang="en-US" baseline="0" dirty="0" smtClean="0"/>
                        <a:t> Type bleed the most money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Stamping</a:t>
                      </a:r>
                      <a:r>
                        <a:rPr lang="en-US" baseline="0" dirty="0" smtClean="0"/>
                        <a:t> Press Machine broke 54 parts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256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r>
              <a:rPr lang="en-US" dirty="0" smtClean="0"/>
              <a:t>Chart showing the Total Defective Parts by Machine Type.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1248055"/>
            <a:ext cx="5351000" cy="542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044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118</Words>
  <Application>Microsoft Office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Production Audit</vt:lpstr>
      <vt:lpstr>Introduction</vt:lpstr>
      <vt:lpstr>Observed Issues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 Audit</dc:title>
  <dc:creator>User</dc:creator>
  <cp:lastModifiedBy>User</cp:lastModifiedBy>
  <cp:revision>5</cp:revision>
  <dcterms:created xsi:type="dcterms:W3CDTF">2026-06-11T15:44:44Z</dcterms:created>
  <dcterms:modified xsi:type="dcterms:W3CDTF">2026-06-11T16:34:37Z</dcterms:modified>
</cp:coreProperties>
</file>